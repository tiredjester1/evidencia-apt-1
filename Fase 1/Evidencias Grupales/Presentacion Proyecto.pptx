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61" r:id="rId4"/>
    <p:sldId id="258" r:id="rId5"/>
    <p:sldId id="259" r:id="rId6"/>
    <p:sldId id="260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880"/>
    <p:restoredTop sz="94663"/>
  </p:normalViewPr>
  <p:slideViewPr>
    <p:cSldViewPr snapToGrid="0" showGuides="1">
      <p:cViewPr varScale="1">
        <p:scale>
          <a:sx n="154" d="100"/>
          <a:sy n="154" d="100"/>
        </p:scale>
        <p:origin x="224" y="25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3.svg"/><Relationship Id="rId4" Type="http://schemas.openxmlformats.org/officeDocument/2006/relationships/image" Target="../media/image6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3.svg"/><Relationship Id="rId4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D46551F-CF85-4949-B01C-47030BF3270A}" type="doc">
      <dgm:prSet loTypeId="urn:microsoft.com/office/officeart/2018/2/layout/IconVerticalSolidList" loCatId="icon" qsTypeId="urn:microsoft.com/office/officeart/2005/8/quickstyle/simple1#1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E8418BCA-1F05-4863-A12A-DD9D3F8F416E}">
      <dgm:prSet/>
      <dgm:spPr/>
      <dgm:t>
        <a:bodyPr/>
        <a:lstStyle/>
        <a:p>
          <a:r>
            <a:rPr lang="es-ES_tradnl"/>
            <a:t>Configura tu repositorio como público: Settings &gt; Change repository visibility &gt; Public. </a:t>
          </a:r>
          <a:endParaRPr lang="en-US"/>
        </a:p>
      </dgm:t>
    </dgm:pt>
    <dgm:pt modelId="{90D0E456-BF2D-4DA5-B842-5B546D71DB1F}" type="parTrans" cxnId="{092D436E-B8FA-4FA8-B89B-AABE79AFBFB4}">
      <dgm:prSet/>
      <dgm:spPr/>
      <dgm:t>
        <a:bodyPr/>
        <a:lstStyle/>
        <a:p>
          <a:endParaRPr lang="en-US"/>
        </a:p>
      </dgm:t>
    </dgm:pt>
    <dgm:pt modelId="{E8FAC26F-347E-491D-8129-1A562D8DEB26}" type="sibTrans" cxnId="{092D436E-B8FA-4FA8-B89B-AABE79AFBFB4}">
      <dgm:prSet/>
      <dgm:spPr/>
      <dgm:t>
        <a:bodyPr/>
        <a:lstStyle/>
        <a:p>
          <a:endParaRPr lang="en-US"/>
        </a:p>
      </dgm:t>
    </dgm:pt>
    <dgm:pt modelId="{48454341-546B-48E8-A362-82689258BF5B}">
      <dgm:prSet/>
      <dgm:spPr/>
      <dgm:t>
        <a:bodyPr/>
        <a:lstStyle/>
        <a:p>
          <a:r>
            <a:rPr lang="es-ES_tradnl"/>
            <a:t>Entrega el enlace correcto al/la docente (formato: https://github.com/tu-usuario/nombredel-proyecto). </a:t>
          </a:r>
          <a:endParaRPr lang="en-US"/>
        </a:p>
      </dgm:t>
    </dgm:pt>
    <dgm:pt modelId="{696B2844-9D54-4557-B10D-85048A3FA547}" type="parTrans" cxnId="{340C414D-2FBA-4DF2-88AE-5A900C2D71FE}">
      <dgm:prSet/>
      <dgm:spPr/>
      <dgm:t>
        <a:bodyPr/>
        <a:lstStyle/>
        <a:p>
          <a:endParaRPr lang="en-US"/>
        </a:p>
      </dgm:t>
    </dgm:pt>
    <dgm:pt modelId="{83F3207D-3F09-4A4B-B41C-9BD9B467C9AE}" type="sibTrans" cxnId="{340C414D-2FBA-4DF2-88AE-5A900C2D71FE}">
      <dgm:prSet/>
      <dgm:spPr/>
      <dgm:t>
        <a:bodyPr/>
        <a:lstStyle/>
        <a:p>
          <a:endParaRPr lang="en-US"/>
        </a:p>
      </dgm:t>
    </dgm:pt>
    <dgm:pt modelId="{DCEA36A4-1993-46C3-A683-200ADEEC2904}">
      <dgm:prSet/>
      <dgm:spPr/>
      <dgm:t>
        <a:bodyPr/>
        <a:lstStyle/>
        <a:p>
          <a:r>
            <a:rPr lang="es-ES_tradnl"/>
            <a:t>Si tienes múltiples repositorios (frontend, backend, etc.), entrega todos los enlaces. </a:t>
          </a:r>
          <a:endParaRPr lang="en-US"/>
        </a:p>
      </dgm:t>
    </dgm:pt>
    <dgm:pt modelId="{DDCAD344-4053-4D03-87DA-CC5AF2071CF2}" type="parTrans" cxnId="{BBF89067-8D47-4C78-AADD-A647BBFDF650}">
      <dgm:prSet/>
      <dgm:spPr/>
      <dgm:t>
        <a:bodyPr/>
        <a:lstStyle/>
        <a:p>
          <a:endParaRPr lang="en-US"/>
        </a:p>
      </dgm:t>
    </dgm:pt>
    <dgm:pt modelId="{647BDFB1-DC70-4E82-BC64-052DF5F93796}" type="sibTrans" cxnId="{BBF89067-8D47-4C78-AADD-A647BBFDF650}">
      <dgm:prSet/>
      <dgm:spPr/>
      <dgm:t>
        <a:bodyPr/>
        <a:lstStyle/>
        <a:p>
          <a:endParaRPr lang="en-US"/>
        </a:p>
      </dgm:t>
    </dgm:pt>
    <dgm:pt modelId="{0F09F04E-AED9-4BD3-BB4E-A04C27B2A352}">
      <dgm:prSet/>
      <dgm:spPr/>
      <dgm:t>
        <a:bodyPr/>
        <a:lstStyle/>
        <a:p>
          <a:r>
            <a:rPr lang="es-ES_tradnl"/>
            <a:t>Si cambias el nombre del repositorio, notifica al/la docente de inmediato. </a:t>
          </a:r>
          <a:endParaRPr lang="en-US"/>
        </a:p>
      </dgm:t>
    </dgm:pt>
    <dgm:pt modelId="{CBA0CC77-8271-4D12-91C5-FA39CD93C026}" type="parTrans" cxnId="{418DE866-55DF-4B9A-A414-E7C8840AFEA1}">
      <dgm:prSet/>
      <dgm:spPr/>
      <dgm:t>
        <a:bodyPr/>
        <a:lstStyle/>
        <a:p>
          <a:endParaRPr lang="en-US"/>
        </a:p>
      </dgm:t>
    </dgm:pt>
    <dgm:pt modelId="{AAECAE28-9C62-4BF9-A9AF-D681CAEEA376}" type="sibTrans" cxnId="{418DE866-55DF-4B9A-A414-E7C8840AFEA1}">
      <dgm:prSet/>
      <dgm:spPr/>
      <dgm:t>
        <a:bodyPr/>
        <a:lstStyle/>
        <a:p>
          <a:endParaRPr lang="en-US"/>
        </a:p>
      </dgm:t>
    </dgm:pt>
    <dgm:pt modelId="{58A7B541-B0FD-4E09-B943-376E87AF64D8}" type="pres">
      <dgm:prSet presAssocID="{BD46551F-CF85-4949-B01C-47030BF3270A}" presName="root" presStyleCnt="0">
        <dgm:presLayoutVars>
          <dgm:dir/>
          <dgm:resizeHandles val="exact"/>
        </dgm:presLayoutVars>
      </dgm:prSet>
      <dgm:spPr/>
    </dgm:pt>
    <dgm:pt modelId="{B0EBA628-842D-4207-814B-C3889E184785}" type="pres">
      <dgm:prSet presAssocID="{E8418BCA-1F05-4863-A12A-DD9D3F8F416E}" presName="compNode" presStyleCnt="0"/>
      <dgm:spPr/>
    </dgm:pt>
    <dgm:pt modelId="{86BC6568-26D4-4056-B3AB-91AC563461B5}" type="pres">
      <dgm:prSet presAssocID="{E8418BCA-1F05-4863-A12A-DD9D3F8F416E}" presName="bgRect" presStyleLbl="bgShp" presStyleIdx="0" presStyleCnt="4"/>
      <dgm:spPr/>
    </dgm:pt>
    <dgm:pt modelId="{6805710F-CFD6-42E7-91A6-8790A4F4EEA0}" type="pres">
      <dgm:prSet presAssocID="{E8418BCA-1F05-4863-A12A-DD9D3F8F416E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agrama de flujo"/>
        </a:ext>
      </dgm:extLst>
    </dgm:pt>
    <dgm:pt modelId="{DC923FA1-0E76-4D52-946A-1BC63E3A5E7A}" type="pres">
      <dgm:prSet presAssocID="{E8418BCA-1F05-4863-A12A-DD9D3F8F416E}" presName="spaceRect" presStyleCnt="0"/>
      <dgm:spPr/>
    </dgm:pt>
    <dgm:pt modelId="{24EC36F4-C994-43C4-A9B9-95850780C0D2}" type="pres">
      <dgm:prSet presAssocID="{E8418BCA-1F05-4863-A12A-DD9D3F8F416E}" presName="parTx" presStyleLbl="revTx" presStyleIdx="0" presStyleCnt="4">
        <dgm:presLayoutVars>
          <dgm:chMax val="0"/>
          <dgm:chPref val="0"/>
        </dgm:presLayoutVars>
      </dgm:prSet>
      <dgm:spPr/>
    </dgm:pt>
    <dgm:pt modelId="{346BA672-9C3A-4C45-80BC-8F870F813609}" type="pres">
      <dgm:prSet presAssocID="{E8FAC26F-347E-491D-8129-1A562D8DEB26}" presName="sibTrans" presStyleCnt="0"/>
      <dgm:spPr/>
    </dgm:pt>
    <dgm:pt modelId="{0409C7C5-895F-43B8-8478-FCC961E72D66}" type="pres">
      <dgm:prSet presAssocID="{48454341-546B-48E8-A362-82689258BF5B}" presName="compNode" presStyleCnt="0"/>
      <dgm:spPr/>
    </dgm:pt>
    <dgm:pt modelId="{1A47C47E-9781-4183-B0D8-17848F94B3D5}" type="pres">
      <dgm:prSet presAssocID="{48454341-546B-48E8-A362-82689258BF5B}" presName="bgRect" presStyleLbl="bgShp" presStyleIdx="1" presStyleCnt="4"/>
      <dgm:spPr/>
    </dgm:pt>
    <dgm:pt modelId="{C920C371-65EA-45C6-9388-5EA3237D3F48}" type="pres">
      <dgm:prSet presAssocID="{48454341-546B-48E8-A362-82689258BF5B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nectado"/>
        </a:ext>
      </dgm:extLst>
    </dgm:pt>
    <dgm:pt modelId="{D12027FB-A13B-4CAD-A6EB-E26D04613D1D}" type="pres">
      <dgm:prSet presAssocID="{48454341-546B-48E8-A362-82689258BF5B}" presName="spaceRect" presStyleCnt="0"/>
      <dgm:spPr/>
    </dgm:pt>
    <dgm:pt modelId="{F415536F-3126-42FE-8132-F47EBA3F6A83}" type="pres">
      <dgm:prSet presAssocID="{48454341-546B-48E8-A362-82689258BF5B}" presName="parTx" presStyleLbl="revTx" presStyleIdx="1" presStyleCnt="4">
        <dgm:presLayoutVars>
          <dgm:chMax val="0"/>
          <dgm:chPref val="0"/>
        </dgm:presLayoutVars>
      </dgm:prSet>
      <dgm:spPr/>
    </dgm:pt>
    <dgm:pt modelId="{6B8F1DE2-0178-41B6-88B6-B44E3902D19D}" type="pres">
      <dgm:prSet presAssocID="{83F3207D-3F09-4A4B-B41C-9BD9B467C9AE}" presName="sibTrans" presStyleCnt="0"/>
      <dgm:spPr/>
    </dgm:pt>
    <dgm:pt modelId="{1484BE28-6D65-4881-BF1E-78B7FB4D1710}" type="pres">
      <dgm:prSet presAssocID="{DCEA36A4-1993-46C3-A683-200ADEEC2904}" presName="compNode" presStyleCnt="0"/>
      <dgm:spPr/>
    </dgm:pt>
    <dgm:pt modelId="{6300C1AF-84D3-4CB0-8D67-80DE2C53E241}" type="pres">
      <dgm:prSet presAssocID="{DCEA36A4-1993-46C3-A683-200ADEEC2904}" presName="bgRect" presStyleLbl="bgShp" presStyleIdx="2" presStyleCnt="4"/>
      <dgm:spPr/>
    </dgm:pt>
    <dgm:pt modelId="{DFE8EA33-BA61-4CAF-B721-3420110F6047}" type="pres">
      <dgm:prSet presAssocID="{DCEA36A4-1993-46C3-A683-200ADEEC2904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83285F28-B838-4B15-BE33-F55D82B1A903}" type="pres">
      <dgm:prSet presAssocID="{DCEA36A4-1993-46C3-A683-200ADEEC2904}" presName="spaceRect" presStyleCnt="0"/>
      <dgm:spPr/>
    </dgm:pt>
    <dgm:pt modelId="{92F40F06-6548-420C-874A-9D6BEDB98CEA}" type="pres">
      <dgm:prSet presAssocID="{DCEA36A4-1993-46C3-A683-200ADEEC2904}" presName="parTx" presStyleLbl="revTx" presStyleIdx="2" presStyleCnt="4">
        <dgm:presLayoutVars>
          <dgm:chMax val="0"/>
          <dgm:chPref val="0"/>
        </dgm:presLayoutVars>
      </dgm:prSet>
      <dgm:spPr/>
    </dgm:pt>
    <dgm:pt modelId="{AB81FC31-2971-4675-AD09-6C92EE379339}" type="pres">
      <dgm:prSet presAssocID="{647BDFB1-DC70-4E82-BC64-052DF5F93796}" presName="sibTrans" presStyleCnt="0"/>
      <dgm:spPr/>
    </dgm:pt>
    <dgm:pt modelId="{4DE1AB15-223B-428F-B1DD-199CAD6282B3}" type="pres">
      <dgm:prSet presAssocID="{0F09F04E-AED9-4BD3-BB4E-A04C27B2A352}" presName="compNode" presStyleCnt="0"/>
      <dgm:spPr/>
    </dgm:pt>
    <dgm:pt modelId="{50874997-50CE-44AB-9D88-2AC4452EA7E6}" type="pres">
      <dgm:prSet presAssocID="{0F09F04E-AED9-4BD3-BB4E-A04C27B2A352}" presName="bgRect" presStyleLbl="bgShp" presStyleIdx="3" presStyleCnt="4"/>
      <dgm:spPr/>
    </dgm:pt>
    <dgm:pt modelId="{3632C8D8-4653-4A17-A20E-5F6C58468D61}" type="pres">
      <dgm:prSet presAssocID="{0F09F04E-AED9-4BD3-BB4E-A04C27B2A352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aille"/>
        </a:ext>
      </dgm:extLst>
    </dgm:pt>
    <dgm:pt modelId="{1B7173B5-5F15-4B3A-A0FC-13C412686D37}" type="pres">
      <dgm:prSet presAssocID="{0F09F04E-AED9-4BD3-BB4E-A04C27B2A352}" presName="spaceRect" presStyleCnt="0"/>
      <dgm:spPr/>
    </dgm:pt>
    <dgm:pt modelId="{28D7EFF7-C87C-448F-BD68-7122B1B647C4}" type="pres">
      <dgm:prSet presAssocID="{0F09F04E-AED9-4BD3-BB4E-A04C27B2A352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03938106-D1A5-4090-ADB3-650425CD515A}" type="presOf" srcId="{DCEA36A4-1993-46C3-A683-200ADEEC2904}" destId="{92F40F06-6548-420C-874A-9D6BEDB98CEA}" srcOrd="0" destOrd="0" presId="urn:microsoft.com/office/officeart/2018/2/layout/IconVerticalSolidList"/>
    <dgm:cxn modelId="{340C414D-2FBA-4DF2-88AE-5A900C2D71FE}" srcId="{BD46551F-CF85-4949-B01C-47030BF3270A}" destId="{48454341-546B-48E8-A362-82689258BF5B}" srcOrd="1" destOrd="0" parTransId="{696B2844-9D54-4557-B10D-85048A3FA547}" sibTransId="{83F3207D-3F09-4A4B-B41C-9BD9B467C9AE}"/>
    <dgm:cxn modelId="{B9FC4359-FF9C-4D66-BCAA-533E9828AC98}" type="presOf" srcId="{48454341-546B-48E8-A362-82689258BF5B}" destId="{F415536F-3126-42FE-8132-F47EBA3F6A83}" srcOrd="0" destOrd="0" presId="urn:microsoft.com/office/officeart/2018/2/layout/IconVerticalSolidList"/>
    <dgm:cxn modelId="{2D7A615F-7B02-4E03-9697-0EF2473FA685}" type="presOf" srcId="{0F09F04E-AED9-4BD3-BB4E-A04C27B2A352}" destId="{28D7EFF7-C87C-448F-BD68-7122B1B647C4}" srcOrd="0" destOrd="0" presId="urn:microsoft.com/office/officeart/2018/2/layout/IconVerticalSolidList"/>
    <dgm:cxn modelId="{418DE866-55DF-4B9A-A414-E7C8840AFEA1}" srcId="{BD46551F-CF85-4949-B01C-47030BF3270A}" destId="{0F09F04E-AED9-4BD3-BB4E-A04C27B2A352}" srcOrd="3" destOrd="0" parTransId="{CBA0CC77-8271-4D12-91C5-FA39CD93C026}" sibTransId="{AAECAE28-9C62-4BF9-A9AF-D681CAEEA376}"/>
    <dgm:cxn modelId="{BBF89067-8D47-4C78-AADD-A647BBFDF650}" srcId="{BD46551F-CF85-4949-B01C-47030BF3270A}" destId="{DCEA36A4-1993-46C3-A683-200ADEEC2904}" srcOrd="2" destOrd="0" parTransId="{DDCAD344-4053-4D03-87DA-CC5AF2071CF2}" sibTransId="{647BDFB1-DC70-4E82-BC64-052DF5F93796}"/>
    <dgm:cxn modelId="{092D436E-B8FA-4FA8-B89B-AABE79AFBFB4}" srcId="{BD46551F-CF85-4949-B01C-47030BF3270A}" destId="{E8418BCA-1F05-4863-A12A-DD9D3F8F416E}" srcOrd="0" destOrd="0" parTransId="{90D0E456-BF2D-4DA5-B842-5B546D71DB1F}" sibTransId="{E8FAC26F-347E-491D-8129-1A562D8DEB26}"/>
    <dgm:cxn modelId="{63F307A5-E754-4062-9507-67F677E55207}" type="presOf" srcId="{E8418BCA-1F05-4863-A12A-DD9D3F8F416E}" destId="{24EC36F4-C994-43C4-A9B9-95850780C0D2}" srcOrd="0" destOrd="0" presId="urn:microsoft.com/office/officeart/2018/2/layout/IconVerticalSolidList"/>
    <dgm:cxn modelId="{4DFA6EDD-2A9F-4D3C-AED5-D82294EB273E}" type="presOf" srcId="{BD46551F-CF85-4949-B01C-47030BF3270A}" destId="{58A7B541-B0FD-4E09-B943-376E87AF64D8}" srcOrd="0" destOrd="0" presId="urn:microsoft.com/office/officeart/2018/2/layout/IconVerticalSolidList"/>
    <dgm:cxn modelId="{95239327-875D-4AB5-8DA4-9FBB7054F82F}" type="presParOf" srcId="{58A7B541-B0FD-4E09-B943-376E87AF64D8}" destId="{B0EBA628-842D-4207-814B-C3889E184785}" srcOrd="0" destOrd="0" presId="urn:microsoft.com/office/officeart/2018/2/layout/IconVerticalSolidList"/>
    <dgm:cxn modelId="{5FA65D0C-69B5-49AF-A4E6-1BF95ED35DD7}" type="presParOf" srcId="{B0EBA628-842D-4207-814B-C3889E184785}" destId="{86BC6568-26D4-4056-B3AB-91AC563461B5}" srcOrd="0" destOrd="0" presId="urn:microsoft.com/office/officeart/2018/2/layout/IconVerticalSolidList"/>
    <dgm:cxn modelId="{477317BD-FCE8-4F8C-822B-60B043631BF1}" type="presParOf" srcId="{B0EBA628-842D-4207-814B-C3889E184785}" destId="{6805710F-CFD6-42E7-91A6-8790A4F4EEA0}" srcOrd="1" destOrd="0" presId="urn:microsoft.com/office/officeart/2018/2/layout/IconVerticalSolidList"/>
    <dgm:cxn modelId="{C33B768C-30DA-4508-A7C9-9789DC321034}" type="presParOf" srcId="{B0EBA628-842D-4207-814B-C3889E184785}" destId="{DC923FA1-0E76-4D52-946A-1BC63E3A5E7A}" srcOrd="2" destOrd="0" presId="urn:microsoft.com/office/officeart/2018/2/layout/IconVerticalSolidList"/>
    <dgm:cxn modelId="{56BE48FD-150A-4F43-90BE-F74E233B99CD}" type="presParOf" srcId="{B0EBA628-842D-4207-814B-C3889E184785}" destId="{24EC36F4-C994-43C4-A9B9-95850780C0D2}" srcOrd="3" destOrd="0" presId="urn:microsoft.com/office/officeart/2018/2/layout/IconVerticalSolidList"/>
    <dgm:cxn modelId="{A02B7CAF-CF18-4686-B9DC-E238DFF81E8C}" type="presParOf" srcId="{58A7B541-B0FD-4E09-B943-376E87AF64D8}" destId="{346BA672-9C3A-4C45-80BC-8F870F813609}" srcOrd="1" destOrd="0" presId="urn:microsoft.com/office/officeart/2018/2/layout/IconVerticalSolidList"/>
    <dgm:cxn modelId="{0A3CD09D-8E3D-4570-9B0C-D97B34B09F50}" type="presParOf" srcId="{58A7B541-B0FD-4E09-B943-376E87AF64D8}" destId="{0409C7C5-895F-43B8-8478-FCC961E72D66}" srcOrd="2" destOrd="0" presId="urn:microsoft.com/office/officeart/2018/2/layout/IconVerticalSolidList"/>
    <dgm:cxn modelId="{6CBB80EE-9412-44C7-AAD1-F3C9C87EAA17}" type="presParOf" srcId="{0409C7C5-895F-43B8-8478-FCC961E72D66}" destId="{1A47C47E-9781-4183-B0D8-17848F94B3D5}" srcOrd="0" destOrd="0" presId="urn:microsoft.com/office/officeart/2018/2/layout/IconVerticalSolidList"/>
    <dgm:cxn modelId="{ECD74B7A-F3B3-46D3-A77B-2FEE15A53EAC}" type="presParOf" srcId="{0409C7C5-895F-43B8-8478-FCC961E72D66}" destId="{C920C371-65EA-45C6-9388-5EA3237D3F48}" srcOrd="1" destOrd="0" presId="urn:microsoft.com/office/officeart/2018/2/layout/IconVerticalSolidList"/>
    <dgm:cxn modelId="{1EBB7288-D59D-409B-BC2B-A6ECBC7184F9}" type="presParOf" srcId="{0409C7C5-895F-43B8-8478-FCC961E72D66}" destId="{D12027FB-A13B-4CAD-A6EB-E26D04613D1D}" srcOrd="2" destOrd="0" presId="urn:microsoft.com/office/officeart/2018/2/layout/IconVerticalSolidList"/>
    <dgm:cxn modelId="{50A93D49-05E6-434D-9B9D-B0939EE76285}" type="presParOf" srcId="{0409C7C5-895F-43B8-8478-FCC961E72D66}" destId="{F415536F-3126-42FE-8132-F47EBA3F6A83}" srcOrd="3" destOrd="0" presId="urn:microsoft.com/office/officeart/2018/2/layout/IconVerticalSolidList"/>
    <dgm:cxn modelId="{16A364CE-63BC-448B-A23A-EDA8F30C76C5}" type="presParOf" srcId="{58A7B541-B0FD-4E09-B943-376E87AF64D8}" destId="{6B8F1DE2-0178-41B6-88B6-B44E3902D19D}" srcOrd="3" destOrd="0" presId="urn:microsoft.com/office/officeart/2018/2/layout/IconVerticalSolidList"/>
    <dgm:cxn modelId="{96E8839C-268A-433A-A87B-67B5A23D71E3}" type="presParOf" srcId="{58A7B541-B0FD-4E09-B943-376E87AF64D8}" destId="{1484BE28-6D65-4881-BF1E-78B7FB4D1710}" srcOrd="4" destOrd="0" presId="urn:microsoft.com/office/officeart/2018/2/layout/IconVerticalSolidList"/>
    <dgm:cxn modelId="{2E021457-AD54-4CBB-8355-9C3648F62FD9}" type="presParOf" srcId="{1484BE28-6D65-4881-BF1E-78B7FB4D1710}" destId="{6300C1AF-84D3-4CB0-8D67-80DE2C53E241}" srcOrd="0" destOrd="0" presId="urn:microsoft.com/office/officeart/2018/2/layout/IconVerticalSolidList"/>
    <dgm:cxn modelId="{5E96431F-BCED-48DB-A3F1-D69F04239E2A}" type="presParOf" srcId="{1484BE28-6D65-4881-BF1E-78B7FB4D1710}" destId="{DFE8EA33-BA61-4CAF-B721-3420110F6047}" srcOrd="1" destOrd="0" presId="urn:microsoft.com/office/officeart/2018/2/layout/IconVerticalSolidList"/>
    <dgm:cxn modelId="{5780F8A8-A25B-448B-B7B8-3B098C7DF699}" type="presParOf" srcId="{1484BE28-6D65-4881-BF1E-78B7FB4D1710}" destId="{83285F28-B838-4B15-BE33-F55D82B1A903}" srcOrd="2" destOrd="0" presId="urn:microsoft.com/office/officeart/2018/2/layout/IconVerticalSolidList"/>
    <dgm:cxn modelId="{F219F01B-BD6C-4D60-B982-F6E316FD7CE3}" type="presParOf" srcId="{1484BE28-6D65-4881-BF1E-78B7FB4D1710}" destId="{92F40F06-6548-420C-874A-9D6BEDB98CEA}" srcOrd="3" destOrd="0" presId="urn:microsoft.com/office/officeart/2018/2/layout/IconVerticalSolidList"/>
    <dgm:cxn modelId="{B77C172A-6ECC-4957-A2E0-CECEE8834D1D}" type="presParOf" srcId="{58A7B541-B0FD-4E09-B943-376E87AF64D8}" destId="{AB81FC31-2971-4675-AD09-6C92EE379339}" srcOrd="5" destOrd="0" presId="urn:microsoft.com/office/officeart/2018/2/layout/IconVerticalSolidList"/>
    <dgm:cxn modelId="{FE3B81FF-846C-4CD5-A8DC-439A40B038B2}" type="presParOf" srcId="{58A7B541-B0FD-4E09-B943-376E87AF64D8}" destId="{4DE1AB15-223B-428F-B1DD-199CAD6282B3}" srcOrd="6" destOrd="0" presId="urn:microsoft.com/office/officeart/2018/2/layout/IconVerticalSolidList"/>
    <dgm:cxn modelId="{D7477EA7-D46D-4655-A5E0-138923F74740}" type="presParOf" srcId="{4DE1AB15-223B-428F-B1DD-199CAD6282B3}" destId="{50874997-50CE-44AB-9D88-2AC4452EA7E6}" srcOrd="0" destOrd="0" presId="urn:microsoft.com/office/officeart/2018/2/layout/IconVerticalSolidList"/>
    <dgm:cxn modelId="{67AB7F2A-9D0E-45D4-8B09-5ACB0AD34DE2}" type="presParOf" srcId="{4DE1AB15-223B-428F-B1DD-199CAD6282B3}" destId="{3632C8D8-4653-4A17-A20E-5F6C58468D61}" srcOrd="1" destOrd="0" presId="urn:microsoft.com/office/officeart/2018/2/layout/IconVerticalSolidList"/>
    <dgm:cxn modelId="{D1E72AF5-D01D-4ED4-815F-DF76BB371F40}" type="presParOf" srcId="{4DE1AB15-223B-428F-B1DD-199CAD6282B3}" destId="{1B7173B5-5F15-4B3A-A0FC-13C412686D37}" srcOrd="2" destOrd="0" presId="urn:microsoft.com/office/officeart/2018/2/layout/IconVerticalSolidList"/>
    <dgm:cxn modelId="{E4958CD3-B4C4-47F1-975C-A5605340F95E}" type="presParOf" srcId="{4DE1AB15-223B-428F-B1DD-199CAD6282B3}" destId="{28D7EFF7-C87C-448F-BD68-7122B1B647C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6BC6568-26D4-4056-B3AB-91AC563461B5}">
      <dsp:nvSpPr>
        <dsp:cNvPr id="0" name=""/>
        <dsp:cNvSpPr/>
      </dsp:nvSpPr>
      <dsp:spPr>
        <a:xfrm>
          <a:off x="0" y="2319"/>
          <a:ext cx="6245265" cy="117572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805710F-CFD6-42E7-91A6-8790A4F4EEA0}">
      <dsp:nvSpPr>
        <dsp:cNvPr id="0" name=""/>
        <dsp:cNvSpPr/>
      </dsp:nvSpPr>
      <dsp:spPr>
        <a:xfrm>
          <a:off x="355657" y="266858"/>
          <a:ext cx="646650" cy="6466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EC36F4-C994-43C4-A9B9-95850780C0D2}">
      <dsp:nvSpPr>
        <dsp:cNvPr id="0" name=""/>
        <dsp:cNvSpPr/>
      </dsp:nvSpPr>
      <dsp:spPr>
        <a:xfrm>
          <a:off x="1357965" y="2319"/>
          <a:ext cx="4887299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800" kern="1200"/>
            <a:t>Configura tu repositorio como público: Settings &gt; Change repository visibility &gt; Public. </a:t>
          </a:r>
          <a:endParaRPr lang="en-US" sz="1800" kern="1200"/>
        </a:p>
      </dsp:txBody>
      <dsp:txXfrm>
        <a:off x="1357965" y="2319"/>
        <a:ext cx="4887299" cy="1175727"/>
      </dsp:txXfrm>
    </dsp:sp>
    <dsp:sp modelId="{1A47C47E-9781-4183-B0D8-17848F94B3D5}">
      <dsp:nvSpPr>
        <dsp:cNvPr id="0" name=""/>
        <dsp:cNvSpPr/>
      </dsp:nvSpPr>
      <dsp:spPr>
        <a:xfrm>
          <a:off x="0" y="1471979"/>
          <a:ext cx="6245265" cy="117572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920C371-65EA-45C6-9388-5EA3237D3F48}">
      <dsp:nvSpPr>
        <dsp:cNvPr id="0" name=""/>
        <dsp:cNvSpPr/>
      </dsp:nvSpPr>
      <dsp:spPr>
        <a:xfrm>
          <a:off x="355657" y="1736518"/>
          <a:ext cx="646650" cy="6466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15536F-3126-42FE-8132-F47EBA3F6A83}">
      <dsp:nvSpPr>
        <dsp:cNvPr id="0" name=""/>
        <dsp:cNvSpPr/>
      </dsp:nvSpPr>
      <dsp:spPr>
        <a:xfrm>
          <a:off x="1357965" y="1471979"/>
          <a:ext cx="4887299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800" kern="1200"/>
            <a:t>Entrega el enlace correcto al/la docente (formato: https://github.com/tu-usuario/nombredel-proyecto). </a:t>
          </a:r>
          <a:endParaRPr lang="en-US" sz="1800" kern="1200"/>
        </a:p>
      </dsp:txBody>
      <dsp:txXfrm>
        <a:off x="1357965" y="1471979"/>
        <a:ext cx="4887299" cy="1175727"/>
      </dsp:txXfrm>
    </dsp:sp>
    <dsp:sp modelId="{6300C1AF-84D3-4CB0-8D67-80DE2C53E241}">
      <dsp:nvSpPr>
        <dsp:cNvPr id="0" name=""/>
        <dsp:cNvSpPr/>
      </dsp:nvSpPr>
      <dsp:spPr>
        <a:xfrm>
          <a:off x="0" y="2941639"/>
          <a:ext cx="6245265" cy="1175727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FE8EA33-BA61-4CAF-B721-3420110F6047}">
      <dsp:nvSpPr>
        <dsp:cNvPr id="0" name=""/>
        <dsp:cNvSpPr/>
      </dsp:nvSpPr>
      <dsp:spPr>
        <a:xfrm>
          <a:off x="355657" y="3206178"/>
          <a:ext cx="646650" cy="6466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F40F06-6548-420C-874A-9D6BEDB98CEA}">
      <dsp:nvSpPr>
        <dsp:cNvPr id="0" name=""/>
        <dsp:cNvSpPr/>
      </dsp:nvSpPr>
      <dsp:spPr>
        <a:xfrm>
          <a:off x="1357965" y="2941639"/>
          <a:ext cx="4887299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800" kern="1200"/>
            <a:t>Si tienes múltiples repositorios (frontend, backend, etc.), entrega todos los enlaces. </a:t>
          </a:r>
          <a:endParaRPr lang="en-US" sz="1800" kern="1200"/>
        </a:p>
      </dsp:txBody>
      <dsp:txXfrm>
        <a:off x="1357965" y="2941639"/>
        <a:ext cx="4887299" cy="1175727"/>
      </dsp:txXfrm>
    </dsp:sp>
    <dsp:sp modelId="{50874997-50CE-44AB-9D88-2AC4452EA7E6}">
      <dsp:nvSpPr>
        <dsp:cNvPr id="0" name=""/>
        <dsp:cNvSpPr/>
      </dsp:nvSpPr>
      <dsp:spPr>
        <a:xfrm>
          <a:off x="0" y="4411299"/>
          <a:ext cx="6245265" cy="1175727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632C8D8-4653-4A17-A20E-5F6C58468D61}">
      <dsp:nvSpPr>
        <dsp:cNvPr id="0" name=""/>
        <dsp:cNvSpPr/>
      </dsp:nvSpPr>
      <dsp:spPr>
        <a:xfrm>
          <a:off x="355657" y="4675838"/>
          <a:ext cx="646650" cy="6466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D7EFF7-C87C-448F-BD68-7122B1B647C4}">
      <dsp:nvSpPr>
        <dsp:cNvPr id="0" name=""/>
        <dsp:cNvSpPr/>
      </dsp:nvSpPr>
      <dsp:spPr>
        <a:xfrm>
          <a:off x="1357965" y="4411299"/>
          <a:ext cx="4887299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800" kern="1200"/>
            <a:t>Si cambias el nombre del repositorio, notifica al/la docente de inmediato. </a:t>
          </a:r>
          <a:endParaRPr lang="en-US" sz="1800" kern="1200"/>
        </a:p>
      </dsp:txBody>
      <dsp:txXfrm>
        <a:off x="1357965" y="4411299"/>
        <a:ext cx="4887299" cy="117572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D195A-BB8F-994C-AEA2-0F3304F0941E}" type="datetimeFigureOut">
              <a:rPr lang="es-ES_tradnl" smtClean="0"/>
              <a:t>18/8/26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ED2F6-DEEC-1043-8490-2BFFE8BE6234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7856312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D195A-BB8F-994C-AEA2-0F3304F0941E}" type="datetimeFigureOut">
              <a:rPr lang="es-ES_tradnl" smtClean="0"/>
              <a:t>18/8/26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ED2F6-DEEC-1043-8490-2BFFE8BE6234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9690028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D195A-BB8F-994C-AEA2-0F3304F0941E}" type="datetimeFigureOut">
              <a:rPr lang="es-ES_tradnl" smtClean="0"/>
              <a:t>18/8/26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ED2F6-DEEC-1043-8490-2BFFE8BE6234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780478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D195A-BB8F-994C-AEA2-0F3304F0941E}" type="datetimeFigureOut">
              <a:rPr lang="es-ES_tradnl" smtClean="0"/>
              <a:t>18/8/26</a:t>
            </a:fld>
            <a:endParaRPr lang="es-ES_trad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ED2F6-DEEC-1043-8490-2BFFE8BE6234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0382644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D195A-BB8F-994C-AEA2-0F3304F0941E}" type="datetimeFigureOut">
              <a:rPr lang="es-ES_tradnl" smtClean="0"/>
              <a:t>18/8/26</a:t>
            </a:fld>
            <a:endParaRPr lang="es-ES_tradn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ED2F6-DEEC-1043-8490-2BFFE8BE6234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496032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D195A-BB8F-994C-AEA2-0F3304F0941E}" type="datetimeFigureOut">
              <a:rPr lang="es-ES_tradnl" smtClean="0"/>
              <a:t>18/8/26</a:t>
            </a:fld>
            <a:endParaRPr lang="es-ES_trad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ED2F6-DEEC-1043-8490-2BFFE8BE6234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7444776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D195A-BB8F-994C-AEA2-0F3304F0941E}" type="datetimeFigureOut">
              <a:rPr lang="es-ES_tradnl" smtClean="0"/>
              <a:t>18/8/26</a:t>
            </a:fld>
            <a:endParaRPr lang="es-ES_tradn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ED2F6-DEEC-1043-8490-2BFFE8BE6234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9692893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D195A-BB8F-994C-AEA2-0F3304F0941E}" type="datetimeFigureOut">
              <a:rPr lang="es-ES_tradnl" smtClean="0"/>
              <a:t>18/8/26</a:t>
            </a:fld>
            <a:endParaRPr lang="es-ES_trad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ED2F6-DEEC-1043-8490-2BFFE8BE6234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5714731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FDBD195A-BB8F-994C-AEA2-0F3304F0941E}" type="datetimeFigureOut">
              <a:rPr lang="es-ES_tradnl" smtClean="0"/>
              <a:t>18/8/26</a:t>
            </a:fld>
            <a:endParaRPr lang="es-ES_trad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s-ES_trad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441ED2F6-DEEC-1043-8490-2BFFE8BE6234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0209779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D195A-BB8F-994C-AEA2-0F3304F0941E}" type="datetimeFigureOut">
              <a:rPr lang="es-ES_tradnl" smtClean="0"/>
              <a:t>18/8/26</a:t>
            </a:fld>
            <a:endParaRPr lang="es-ES_trad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ED2F6-DEEC-1043-8490-2BFFE8BE6234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243131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D195A-BB8F-994C-AEA2-0F3304F0941E}" type="datetimeFigureOut">
              <a:rPr lang="es-ES_tradnl" smtClean="0"/>
              <a:t>18/8/26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ED2F6-DEEC-1043-8490-2BFFE8BE6234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6263998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D195A-BB8F-994C-AEA2-0F3304F0941E}" type="datetimeFigureOut">
              <a:rPr lang="es-ES_tradnl" smtClean="0"/>
              <a:t>18/8/26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ED2F6-DEEC-1043-8490-2BFFE8BE6234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3421957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D195A-BB8F-994C-AEA2-0F3304F0941E}" type="datetimeFigureOut">
              <a:rPr lang="es-ES_tradnl" smtClean="0"/>
              <a:t>18/8/26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ED2F6-DEEC-1043-8490-2BFFE8BE6234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7717774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s-MX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D195A-BB8F-994C-AEA2-0F3304F0941E}" type="datetimeFigureOut">
              <a:rPr lang="es-ES_tradnl" smtClean="0"/>
              <a:t>18/8/26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ED2F6-DEEC-1043-8490-2BFFE8BE6234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0923925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s-MX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D195A-BB8F-994C-AEA2-0F3304F0941E}" type="datetimeFigureOut">
              <a:rPr lang="es-ES_tradnl" smtClean="0"/>
              <a:t>18/8/26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ED2F6-DEEC-1043-8490-2BFFE8BE6234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8161501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D195A-BB8F-994C-AEA2-0F3304F0941E}" type="datetimeFigureOut">
              <a:rPr lang="es-ES_tradnl" smtClean="0"/>
              <a:t>18/8/26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ED2F6-DEEC-1043-8490-2BFFE8BE6234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8634264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D195A-BB8F-994C-AEA2-0F3304F0941E}" type="datetimeFigureOut">
              <a:rPr lang="es-ES_tradnl" smtClean="0"/>
              <a:t>18/8/26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ED2F6-DEEC-1043-8490-2BFFE8BE6234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0907653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FDBD195A-BB8F-994C-AEA2-0F3304F0941E}" type="datetimeFigureOut">
              <a:rPr lang="es-ES_tradnl" smtClean="0"/>
              <a:t>18/8/26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441ED2F6-DEEC-1043-8490-2BFFE8BE6234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28481072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990875F-BCC8-E3C7-B388-B8C6F5136F5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375" r="5252" b="-1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6E6D7836-69C7-27D4-8E3E-ED31980727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985077"/>
            <a:ext cx="6596150" cy="2341419"/>
          </a:xfrm>
        </p:spPr>
        <p:txBody>
          <a:bodyPr anchor="b">
            <a:normAutofit/>
          </a:bodyPr>
          <a:lstStyle/>
          <a:p>
            <a:pPr algn="l"/>
            <a:r>
              <a:rPr lang="es-ES_tradnl" sz="4800" dirty="0"/>
              <a:t>Como Gestionamos el GitHub del Ramo</a:t>
            </a:r>
            <a:endParaRPr lang="es-ES_tradnl" sz="4800" dirty="0">
              <a:solidFill>
                <a:schemeClr val="bg1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DB774AD-B4F4-8A6C-5D9F-75E83D52D8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>
            <a:normAutofit/>
          </a:bodyPr>
          <a:lstStyle/>
          <a:p>
            <a:pPr algn="l"/>
            <a:r>
              <a:rPr lang="es-ES_tradnl" sz="2000" dirty="0">
                <a:solidFill>
                  <a:schemeClr val="bg1"/>
                </a:solidFill>
              </a:rPr>
              <a:t>CAPSTONE</a:t>
            </a:r>
          </a:p>
        </p:txBody>
      </p:sp>
    </p:spTree>
    <p:extLst>
      <p:ext uri="{BB962C8B-B14F-4D97-AF65-F5344CB8AC3E}">
        <p14:creationId xmlns:p14="http://schemas.microsoft.com/office/powerpoint/2010/main" val="737955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3FD7AE-F9E0-2B69-6002-D462AB5104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394" y="1070800"/>
            <a:ext cx="3939688" cy="5583126"/>
          </a:xfrm>
        </p:spPr>
        <p:txBody>
          <a:bodyPr>
            <a:normAutofit/>
          </a:bodyPr>
          <a:lstStyle/>
          <a:p>
            <a:r>
              <a:rPr lang="es-ES_tradnl" sz="4000" dirty="0"/>
              <a:t>Cómo Configurar el Repositorio</a:t>
            </a:r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5334E698-16C5-56E5-B153-B65200C4232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18262175"/>
              </p:ext>
            </p:extLst>
          </p:nvPr>
        </p:nvGraphicFramePr>
        <p:xfrm>
          <a:off x="5108535" y="1070800"/>
          <a:ext cx="6245265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731166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erson watching empty phone">
            <a:extLst>
              <a:ext uri="{FF2B5EF4-FFF2-40B4-BE49-F238E27FC236}">
                <a16:creationId xmlns:a16="http://schemas.microsoft.com/office/drawing/2014/main" id="{9D0BB53E-0905-716A-5A68-C149A8806DB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5000"/>
          </a:blip>
          <a:srcRect t="15464" b="266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9FC1D07E-AEEA-541B-3B2B-F836A4BCF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>
            <a:normAutofit/>
          </a:bodyPr>
          <a:lstStyle/>
          <a:p>
            <a:r>
              <a:rPr lang="es-CL" b="1" dirty="0"/>
              <a:t>Archivo README obligatorio </a:t>
            </a:r>
            <a:endParaRPr lang="es-ES_tradn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FFF7E30-5D62-DE85-7B54-F45D8CBC6A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961805"/>
            <a:ext cx="9905998" cy="3829396"/>
          </a:xfrm>
        </p:spPr>
        <p:txBody>
          <a:bodyPr>
            <a:normAutofit lnSpcReduction="10000"/>
          </a:bodyPr>
          <a:lstStyle/>
          <a:p>
            <a:r>
              <a:rPr lang="es-ES_tradnl" sz="2400" dirty="0"/>
              <a:t>Nombre del proyecto </a:t>
            </a:r>
          </a:p>
          <a:p>
            <a:r>
              <a:rPr lang="es-ES_tradnl" sz="2400" dirty="0"/>
              <a:t>Descripción: qué hace, a quién va dirigido, qué problema resuelve </a:t>
            </a:r>
          </a:p>
          <a:p>
            <a:r>
              <a:rPr lang="es-ES_tradnl" sz="2400" dirty="0"/>
              <a:t>Tecnologías utilizadas (lenguajes, </a:t>
            </a:r>
            <a:r>
              <a:rPr lang="es-ES_tradnl" sz="2400" dirty="0" err="1"/>
              <a:t>frameworks</a:t>
            </a:r>
            <a:r>
              <a:rPr lang="es-ES_tradnl" sz="2400" dirty="0"/>
              <a:t>, base de datos, </a:t>
            </a:r>
            <a:r>
              <a:rPr lang="es-ES_tradnl" sz="2400" dirty="0" err="1"/>
              <a:t>cloud</a:t>
            </a:r>
            <a:r>
              <a:rPr lang="es-ES_tradnl" sz="2400" dirty="0"/>
              <a:t>) </a:t>
            </a:r>
          </a:p>
          <a:p>
            <a:r>
              <a:rPr lang="es-ES_tradnl" sz="2400" dirty="0"/>
              <a:t>Instrucciones para ejecutar el proyecto localmente </a:t>
            </a:r>
          </a:p>
          <a:p>
            <a:r>
              <a:rPr lang="es-ES_tradnl" sz="2400" dirty="0"/>
              <a:t>Integrantes del equipo con sus roles </a:t>
            </a:r>
          </a:p>
          <a:p>
            <a:r>
              <a:rPr lang="es-ES_tradnl" sz="2400" dirty="0"/>
              <a:t>Metodología de trabajo del equipo (Scrum, Kanban, DevOps, etc.) </a:t>
            </a:r>
          </a:p>
          <a:p>
            <a:r>
              <a:rPr lang="es-ES_tradnl" sz="2400" dirty="0"/>
              <a:t>Arquitectura de la solución (descripción o diagrama) </a:t>
            </a:r>
          </a:p>
        </p:txBody>
      </p:sp>
    </p:spTree>
    <p:extLst>
      <p:ext uri="{BB962C8B-B14F-4D97-AF65-F5344CB8AC3E}">
        <p14:creationId xmlns:p14="http://schemas.microsoft.com/office/powerpoint/2010/main" val="6430621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CA3A29-E00A-954D-3194-FE4F328F3E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097" y="3746089"/>
            <a:ext cx="10874477" cy="162232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rPr>
              <a:t>Fase 1 – Semanas 1 a la 4</a:t>
            </a:r>
          </a:p>
        </p:txBody>
      </p:sp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535F0D7A-0D78-B9FF-380B-7E9198DB75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947650" y="970360"/>
            <a:ext cx="10284036" cy="2468166"/>
          </a:xfrm>
          <a:prstGeom prst="roundRect">
            <a:avLst>
              <a:gd name="adj" fmla="val 3517"/>
            </a:avLst>
          </a:prstGeom>
          <a:ln w="38100">
            <a:gradFill flip="none" rotWithShape="1">
              <a:gsLst>
                <a:gs pos="0">
                  <a:srgbClr val="363D46"/>
                </a:gs>
                <a:gs pos="100000">
                  <a:srgbClr val="363D46">
                    <a:lumMod val="75000"/>
                  </a:srgb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</p:spTree>
    <p:extLst>
      <p:ext uri="{BB962C8B-B14F-4D97-AF65-F5344CB8AC3E}">
        <p14:creationId xmlns:p14="http://schemas.microsoft.com/office/powerpoint/2010/main" val="37112593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8D336F-1FFE-F49A-7294-5A918B5CC2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1012" y="4363271"/>
            <a:ext cx="8676222" cy="106680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rPr>
              <a:t>Fase 2 – Semanas 5 a la 15 </a:t>
            </a:r>
          </a:p>
        </p:txBody>
      </p:sp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C3ABE88E-CED0-F7A6-7254-803B1B0356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72331" y="640080"/>
            <a:ext cx="10442715" cy="3602736"/>
          </a:xfrm>
          <a:prstGeom prst="roundRect">
            <a:avLst>
              <a:gd name="adj" fmla="val 3517"/>
            </a:avLst>
          </a:prstGeom>
          <a:ln w="38100">
            <a:gradFill flip="none" rotWithShape="1">
              <a:gsLst>
                <a:gs pos="0">
                  <a:srgbClr val="363D46"/>
                </a:gs>
                <a:gs pos="100000">
                  <a:srgbClr val="363D46">
                    <a:lumMod val="75000"/>
                  </a:srgb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</p:spTree>
    <p:extLst>
      <p:ext uri="{BB962C8B-B14F-4D97-AF65-F5344CB8AC3E}">
        <p14:creationId xmlns:p14="http://schemas.microsoft.com/office/powerpoint/2010/main" val="29959908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3F3B81-92E3-2E27-63AB-1086B293FB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097" y="3746089"/>
            <a:ext cx="10874477" cy="162232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rPr>
              <a:t>Fase 3 – Semanas 16 a la 18</a:t>
            </a:r>
          </a:p>
        </p:txBody>
      </p:sp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0804FB5D-C146-B75B-E298-A6AA7CF997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947650" y="2204442"/>
            <a:ext cx="10284036" cy="1234085"/>
          </a:xfrm>
          <a:prstGeom prst="roundRect">
            <a:avLst>
              <a:gd name="adj" fmla="val 3517"/>
            </a:avLst>
          </a:prstGeom>
          <a:ln w="38100">
            <a:gradFill flip="none" rotWithShape="1">
              <a:gsLst>
                <a:gs pos="0">
                  <a:srgbClr val="363D46"/>
                </a:gs>
                <a:gs pos="100000">
                  <a:srgbClr val="363D46">
                    <a:lumMod val="75000"/>
                  </a:srgb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</p:spTree>
    <p:extLst>
      <p:ext uri="{BB962C8B-B14F-4D97-AF65-F5344CB8AC3E}">
        <p14:creationId xmlns:p14="http://schemas.microsoft.com/office/powerpoint/2010/main" val="37113495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64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690F3EE-0CD1-4520-B020-4E1DF3141C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9EFDE1E9-7FE0-45CA-9DE2-237F77319A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2270840"/>
          </a:xfrm>
          <a:custGeom>
            <a:avLst/>
            <a:gdLst>
              <a:gd name="connsiteX0" fmla="*/ 0 w 12192000"/>
              <a:gd name="connsiteY0" fmla="*/ 0 h 2270840"/>
              <a:gd name="connsiteX1" fmla="*/ 12192000 w 12192000"/>
              <a:gd name="connsiteY1" fmla="*/ 0 h 2270840"/>
              <a:gd name="connsiteX2" fmla="*/ 12192000 w 12192000"/>
              <a:gd name="connsiteY2" fmla="*/ 519831 h 2270840"/>
              <a:gd name="connsiteX3" fmla="*/ 12192000 w 12192000"/>
              <a:gd name="connsiteY3" fmla="*/ 744794 h 2270840"/>
              <a:gd name="connsiteX4" fmla="*/ 12192000 w 12192000"/>
              <a:gd name="connsiteY4" fmla="*/ 1754022 h 2270840"/>
              <a:gd name="connsiteX5" fmla="*/ 11957522 w 12192000"/>
              <a:gd name="connsiteY5" fmla="*/ 1797924 h 2270840"/>
              <a:gd name="connsiteX6" fmla="*/ 11679973 w 12192000"/>
              <a:gd name="connsiteY6" fmla="*/ 1847668 h 2270840"/>
              <a:gd name="connsiteX7" fmla="*/ 11401197 w 12192000"/>
              <a:gd name="connsiteY7" fmla="*/ 1896361 h 2270840"/>
              <a:gd name="connsiteX8" fmla="*/ 11121192 w 12192000"/>
              <a:gd name="connsiteY8" fmla="*/ 1938047 h 2270840"/>
              <a:gd name="connsiteX9" fmla="*/ 10842416 w 12192000"/>
              <a:gd name="connsiteY9" fmla="*/ 1980084 h 2270840"/>
              <a:gd name="connsiteX10" fmla="*/ 10562411 w 12192000"/>
              <a:gd name="connsiteY10" fmla="*/ 2019319 h 2270840"/>
              <a:gd name="connsiteX11" fmla="*/ 10286091 w 12192000"/>
              <a:gd name="connsiteY11" fmla="*/ 2052948 h 2270840"/>
              <a:gd name="connsiteX12" fmla="*/ 10006086 w 12192000"/>
              <a:gd name="connsiteY12" fmla="*/ 2084826 h 2270840"/>
              <a:gd name="connsiteX13" fmla="*/ 9727310 w 12192000"/>
              <a:gd name="connsiteY13" fmla="*/ 2113902 h 2270840"/>
              <a:gd name="connsiteX14" fmla="*/ 9453445 w 12192000"/>
              <a:gd name="connsiteY14" fmla="*/ 2139124 h 2270840"/>
              <a:gd name="connsiteX15" fmla="*/ 9175897 w 12192000"/>
              <a:gd name="connsiteY15" fmla="*/ 2164346 h 2270840"/>
              <a:gd name="connsiteX16" fmla="*/ 8902033 w 12192000"/>
              <a:gd name="connsiteY16" fmla="*/ 2185365 h 2270840"/>
              <a:gd name="connsiteX17" fmla="*/ 8628169 w 12192000"/>
              <a:gd name="connsiteY17" fmla="*/ 2201829 h 2270840"/>
              <a:gd name="connsiteX18" fmla="*/ 8355533 w 12192000"/>
              <a:gd name="connsiteY18" fmla="*/ 2218995 h 2270840"/>
              <a:gd name="connsiteX19" fmla="*/ 8085353 w 12192000"/>
              <a:gd name="connsiteY19" fmla="*/ 2233357 h 2270840"/>
              <a:gd name="connsiteX20" fmla="*/ 7817629 w 12192000"/>
              <a:gd name="connsiteY20" fmla="*/ 2243516 h 2270840"/>
              <a:gd name="connsiteX21" fmla="*/ 7549905 w 12192000"/>
              <a:gd name="connsiteY21" fmla="*/ 2252274 h 2270840"/>
              <a:gd name="connsiteX22" fmla="*/ 7284638 w 12192000"/>
              <a:gd name="connsiteY22" fmla="*/ 2260681 h 2270840"/>
              <a:gd name="connsiteX23" fmla="*/ 7023055 w 12192000"/>
              <a:gd name="connsiteY23" fmla="*/ 2264535 h 2270840"/>
              <a:gd name="connsiteX24" fmla="*/ 6761472 w 12192000"/>
              <a:gd name="connsiteY24" fmla="*/ 2268738 h 2270840"/>
              <a:gd name="connsiteX25" fmla="*/ 6503573 w 12192000"/>
              <a:gd name="connsiteY25" fmla="*/ 2270840 h 2270840"/>
              <a:gd name="connsiteX26" fmla="*/ 6248130 w 12192000"/>
              <a:gd name="connsiteY26" fmla="*/ 2268738 h 2270840"/>
              <a:gd name="connsiteX27" fmla="*/ 5995144 w 12192000"/>
              <a:gd name="connsiteY27" fmla="*/ 2268738 h 2270840"/>
              <a:gd name="connsiteX28" fmla="*/ 5744613 w 12192000"/>
              <a:gd name="connsiteY28" fmla="*/ 2264535 h 2270840"/>
              <a:gd name="connsiteX29" fmla="*/ 5498995 w 12192000"/>
              <a:gd name="connsiteY29" fmla="*/ 2258229 h 2270840"/>
              <a:gd name="connsiteX30" fmla="*/ 5255834 w 12192000"/>
              <a:gd name="connsiteY30" fmla="*/ 2252274 h 2270840"/>
              <a:gd name="connsiteX31" fmla="*/ 5017584 w 12192000"/>
              <a:gd name="connsiteY31" fmla="*/ 2245618 h 2270840"/>
              <a:gd name="connsiteX32" fmla="*/ 4780562 w 12192000"/>
              <a:gd name="connsiteY32" fmla="*/ 2235459 h 2270840"/>
              <a:gd name="connsiteX33" fmla="*/ 4547227 w 12192000"/>
              <a:gd name="connsiteY33" fmla="*/ 2224599 h 2270840"/>
              <a:gd name="connsiteX34" fmla="*/ 4318800 w 12192000"/>
              <a:gd name="connsiteY34" fmla="*/ 2214791 h 2270840"/>
              <a:gd name="connsiteX35" fmla="*/ 3873004 w 12192000"/>
              <a:gd name="connsiteY35" fmla="*/ 2187116 h 2270840"/>
              <a:gd name="connsiteX36" fmla="*/ 3445628 w 12192000"/>
              <a:gd name="connsiteY36" fmla="*/ 2157691 h 2270840"/>
              <a:gd name="connsiteX37" fmla="*/ 3035446 w 12192000"/>
              <a:gd name="connsiteY37" fmla="*/ 2126863 h 2270840"/>
              <a:gd name="connsiteX38" fmla="*/ 2647370 w 12192000"/>
              <a:gd name="connsiteY38" fmla="*/ 2092884 h 2270840"/>
              <a:gd name="connsiteX39" fmla="*/ 2276487 w 12192000"/>
              <a:gd name="connsiteY39" fmla="*/ 2057502 h 2270840"/>
              <a:gd name="connsiteX40" fmla="*/ 1932621 w 12192000"/>
              <a:gd name="connsiteY40" fmla="*/ 2019319 h 2270840"/>
              <a:gd name="connsiteX41" fmla="*/ 1609634 w 12192000"/>
              <a:gd name="connsiteY41" fmla="*/ 1981836 h 2270840"/>
              <a:gd name="connsiteX42" fmla="*/ 1312435 w 12192000"/>
              <a:gd name="connsiteY42" fmla="*/ 1944353 h 2270840"/>
              <a:gd name="connsiteX43" fmla="*/ 1039799 w 12192000"/>
              <a:gd name="connsiteY43" fmla="*/ 1908972 h 2270840"/>
              <a:gd name="connsiteX44" fmla="*/ 797865 w 12192000"/>
              <a:gd name="connsiteY44" fmla="*/ 1875342 h 2270840"/>
              <a:gd name="connsiteX45" fmla="*/ 579265 w 12192000"/>
              <a:gd name="connsiteY45" fmla="*/ 1843464 h 2270840"/>
              <a:gd name="connsiteX46" fmla="*/ 395052 w 12192000"/>
              <a:gd name="connsiteY46" fmla="*/ 1816841 h 2270840"/>
              <a:gd name="connsiteX47" fmla="*/ 240312 w 12192000"/>
              <a:gd name="connsiteY47" fmla="*/ 1791618 h 2270840"/>
              <a:gd name="connsiteX48" fmla="*/ 27853 w 12192000"/>
              <a:gd name="connsiteY48" fmla="*/ 1755537 h 2270840"/>
              <a:gd name="connsiteX49" fmla="*/ 0 w 12192000"/>
              <a:gd name="connsiteY49" fmla="*/ 1750824 h 2270840"/>
              <a:gd name="connsiteX50" fmla="*/ 0 w 12192000"/>
              <a:gd name="connsiteY50" fmla="*/ 744794 h 2270840"/>
              <a:gd name="connsiteX51" fmla="*/ 0 w 12192000"/>
              <a:gd name="connsiteY51" fmla="*/ 519831 h 2270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000" h="2270840">
                <a:moveTo>
                  <a:pt x="0" y="0"/>
                </a:moveTo>
                <a:lnTo>
                  <a:pt x="12192000" y="0"/>
                </a:lnTo>
                <a:lnTo>
                  <a:pt x="12192000" y="519831"/>
                </a:lnTo>
                <a:lnTo>
                  <a:pt x="12192000" y="744794"/>
                </a:lnTo>
                <a:lnTo>
                  <a:pt x="12192000" y="1754022"/>
                </a:lnTo>
                <a:lnTo>
                  <a:pt x="11957522" y="1797924"/>
                </a:lnTo>
                <a:lnTo>
                  <a:pt x="11679973" y="1847668"/>
                </a:lnTo>
                <a:lnTo>
                  <a:pt x="11401197" y="1896361"/>
                </a:lnTo>
                <a:lnTo>
                  <a:pt x="11121192" y="1938047"/>
                </a:lnTo>
                <a:lnTo>
                  <a:pt x="10842416" y="1980084"/>
                </a:lnTo>
                <a:lnTo>
                  <a:pt x="10562411" y="2019319"/>
                </a:lnTo>
                <a:lnTo>
                  <a:pt x="10286091" y="2052948"/>
                </a:lnTo>
                <a:lnTo>
                  <a:pt x="10006086" y="2084826"/>
                </a:lnTo>
                <a:lnTo>
                  <a:pt x="9727310" y="2113902"/>
                </a:lnTo>
                <a:lnTo>
                  <a:pt x="9453445" y="2139124"/>
                </a:lnTo>
                <a:lnTo>
                  <a:pt x="9175897" y="2164346"/>
                </a:lnTo>
                <a:lnTo>
                  <a:pt x="8902033" y="2185365"/>
                </a:lnTo>
                <a:lnTo>
                  <a:pt x="8628169" y="2201829"/>
                </a:lnTo>
                <a:lnTo>
                  <a:pt x="8355533" y="2218995"/>
                </a:lnTo>
                <a:lnTo>
                  <a:pt x="8085353" y="2233357"/>
                </a:lnTo>
                <a:lnTo>
                  <a:pt x="7817629" y="2243516"/>
                </a:lnTo>
                <a:lnTo>
                  <a:pt x="7549905" y="2252274"/>
                </a:lnTo>
                <a:lnTo>
                  <a:pt x="7284638" y="2260681"/>
                </a:lnTo>
                <a:lnTo>
                  <a:pt x="7023055" y="2264535"/>
                </a:lnTo>
                <a:lnTo>
                  <a:pt x="6761472" y="2268738"/>
                </a:lnTo>
                <a:lnTo>
                  <a:pt x="6503573" y="2270840"/>
                </a:lnTo>
                <a:lnTo>
                  <a:pt x="6248130" y="2268738"/>
                </a:lnTo>
                <a:lnTo>
                  <a:pt x="5995144" y="2268738"/>
                </a:lnTo>
                <a:lnTo>
                  <a:pt x="5744613" y="2264535"/>
                </a:lnTo>
                <a:lnTo>
                  <a:pt x="5498995" y="2258229"/>
                </a:lnTo>
                <a:lnTo>
                  <a:pt x="5255834" y="2252274"/>
                </a:lnTo>
                <a:lnTo>
                  <a:pt x="5017584" y="2245618"/>
                </a:lnTo>
                <a:lnTo>
                  <a:pt x="4780562" y="2235459"/>
                </a:lnTo>
                <a:lnTo>
                  <a:pt x="4547227" y="2224599"/>
                </a:lnTo>
                <a:lnTo>
                  <a:pt x="4318800" y="2214791"/>
                </a:lnTo>
                <a:lnTo>
                  <a:pt x="3873004" y="2187116"/>
                </a:lnTo>
                <a:lnTo>
                  <a:pt x="3445628" y="2157691"/>
                </a:lnTo>
                <a:lnTo>
                  <a:pt x="3035446" y="2126863"/>
                </a:lnTo>
                <a:lnTo>
                  <a:pt x="2647370" y="2092884"/>
                </a:lnTo>
                <a:lnTo>
                  <a:pt x="2276487" y="2057502"/>
                </a:lnTo>
                <a:lnTo>
                  <a:pt x="1932621" y="2019319"/>
                </a:lnTo>
                <a:lnTo>
                  <a:pt x="1609634" y="1981836"/>
                </a:lnTo>
                <a:lnTo>
                  <a:pt x="1312435" y="1944353"/>
                </a:lnTo>
                <a:lnTo>
                  <a:pt x="1039799" y="1908972"/>
                </a:lnTo>
                <a:lnTo>
                  <a:pt x="797865" y="1875342"/>
                </a:lnTo>
                <a:lnTo>
                  <a:pt x="579265" y="1843464"/>
                </a:lnTo>
                <a:lnTo>
                  <a:pt x="395052" y="1816841"/>
                </a:lnTo>
                <a:lnTo>
                  <a:pt x="240312" y="1791618"/>
                </a:lnTo>
                <a:lnTo>
                  <a:pt x="27853" y="1755537"/>
                </a:lnTo>
                <a:lnTo>
                  <a:pt x="0" y="1750824"/>
                </a:lnTo>
                <a:lnTo>
                  <a:pt x="0" y="744794"/>
                </a:lnTo>
                <a:lnTo>
                  <a:pt x="0" y="519831"/>
                </a:lnTo>
                <a:close/>
              </a:path>
            </a:pathLst>
          </a:custGeom>
          <a:ln w="44450">
            <a:gradFill>
              <a:gsLst>
                <a:gs pos="0">
                  <a:schemeClr val="bg2">
                    <a:alpha val="65000"/>
                  </a:schemeClr>
                </a:gs>
                <a:gs pos="98000">
                  <a:schemeClr val="bg2">
                    <a:lumMod val="75000"/>
                    <a:alpha val="55000"/>
                  </a:schemeClr>
                </a:gs>
              </a:gsLst>
              <a:lin ang="5400000" scaled="1"/>
            </a:gradFill>
          </a:ln>
          <a:effectLst>
            <a:outerShdw blurRad="50800" dist="38100" dir="5400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003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5F3D4E6-A370-9950-7348-AB3FF98731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065451"/>
          </a:xfrm>
        </p:spPr>
        <p:txBody>
          <a:bodyPr>
            <a:normAutofit/>
          </a:bodyPr>
          <a:lstStyle/>
          <a:p>
            <a:pPr algn="ctr"/>
            <a:r>
              <a:rPr lang="es-ES_tradnl" dirty="0">
                <a:solidFill>
                  <a:srgbClr val="BFBFBF"/>
                </a:solidFill>
              </a:rPr>
              <a:t>Cuando se hace el monitoreo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553710E-FAAF-A0F9-7BE6-1CD1C3CBE5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666999"/>
            <a:ext cx="9905998" cy="3124201"/>
          </a:xfrm>
        </p:spPr>
        <p:txBody>
          <a:bodyPr>
            <a:normAutofit/>
          </a:bodyPr>
          <a:lstStyle/>
          <a:p>
            <a:r>
              <a:rPr lang="es-ES_tradnl" sz="3200" dirty="0"/>
              <a:t>Semana 06</a:t>
            </a:r>
          </a:p>
          <a:p>
            <a:r>
              <a:rPr lang="es-ES_tradnl" sz="3200" dirty="0"/>
              <a:t>Semana 11</a:t>
            </a:r>
          </a:p>
          <a:p>
            <a:r>
              <a:rPr lang="es-ES_tradnl" sz="3200" dirty="0"/>
              <a:t>Semana 17</a:t>
            </a:r>
          </a:p>
        </p:txBody>
      </p:sp>
    </p:spTree>
    <p:extLst>
      <p:ext uri="{BB962C8B-B14F-4D97-AF65-F5344CB8AC3E}">
        <p14:creationId xmlns:p14="http://schemas.microsoft.com/office/powerpoint/2010/main" val="14101543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lla">
  <a:themeElements>
    <a:clrScheme name="Malla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alla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alla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Mesh</Template>
  <TotalTime>53</TotalTime>
  <Words>179</Words>
  <Application>Microsoft Macintosh PowerPoint</Application>
  <PresentationFormat>Panorámica</PresentationFormat>
  <Paragraphs>22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0" baseType="lpstr">
      <vt:lpstr>Arial</vt:lpstr>
      <vt:lpstr>Century Gothic</vt:lpstr>
      <vt:lpstr>Malla</vt:lpstr>
      <vt:lpstr>Como Gestionamos el GitHub del Ramo</vt:lpstr>
      <vt:lpstr>Cómo Configurar el Repositorio</vt:lpstr>
      <vt:lpstr>Archivo README obligatorio </vt:lpstr>
      <vt:lpstr>Fase 1 – Semanas 1 a la 4</vt:lpstr>
      <vt:lpstr>Fase 2 – Semanas 5 a la 15 </vt:lpstr>
      <vt:lpstr>Fase 3 – Semanas 16 a la 18</vt:lpstr>
      <vt:lpstr>Cuando se hace el monitoreo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Felipe Antonio Krauss Benavente - (SIGC)</dc:creator>
  <cp:lastModifiedBy>Felipe Antonio Krauss Benavente - (SIGC)</cp:lastModifiedBy>
  <cp:revision>4</cp:revision>
  <dcterms:created xsi:type="dcterms:W3CDTF">2026-08-19T01:48:17Z</dcterms:created>
  <dcterms:modified xsi:type="dcterms:W3CDTF">2026-08-19T02:42:32Z</dcterms:modified>
</cp:coreProperties>
</file>